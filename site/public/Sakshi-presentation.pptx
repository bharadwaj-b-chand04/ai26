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in one breath. Sakshi is Sanskrit for witness: a witness says what it saw, and says when it is not sure.
That sentence is the design. Everything after this shows how the system earns, or refuses, an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once: a car crosses the city. Each camera on its path snaps a detection and a replay timestamp.
Click twice: the sightings link into a candidate journey. That is the product: citywide sightings, joined for a human to review, never a confident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pretrained models. Click 1: vehicle box. Click 2: plate box. Click 3: the OCR decodes the crop character by character.
Watch the 8th character: low confidence. One read is never enough, which is the next slide. Plate and scores here are synthetic.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1–2: track 14 gets three different strings. No string reaches three votes, so Sakshi abstains. The raw reads stay for a human.
Click 3–4: track 3. One read is below 0.35 and never votes. The other three agree, so the plate is supported, scoped to that camera and track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click passes the read through one gate: confidence ≥ 0.35, valid Indian syntax, a non-ambiguous track, then 3-of-8 consensus.
Key line: a wrong plate is worse than no plate. Failing reads are not deleted; they are kept and labelled.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verbs: see, read, follow, witness. Pretrained models do the seeing; our contribution is the pipeline that keeps their uncertainty visible.
Point at the legend: every number from here on carries one of three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statement from the report: detect vehicles, propose plates, keep provenance, help review, without turning a low-quality prediction into an identity.
Seven objectives map onto the pipeline stages. The last one matters: tools that say what they cannot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combine known methods rather than invent a detector. YOLO for detection, SORT-style assignment for tracking, YOLO-based ALPR structure, MobileViT-v2 for OCR, INT8 quantisation for speed.
The gap is the workflow: provenance, audit, abstention. Full references are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left to right. Sources, one scheduler, two AI branches (vehicles; plates), the tracker and gates, SQLite with WAL and model hashes, then FastAPI, the React dashboard and signed reports.
The amber packets are the plate branch. The design choice: inference is owned by one process, so viewers never add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animation run. Narrate: frame sampled, detected, plate read, gated, stored, 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 sweeps the cameras in turn: one budget, shared fairly. Missing sources are skipped, not waited on.
This is the unit of scale: a city network is split into camera partitions, each with its own worker and the same scheduler. Viewers read cached output, so a control room of browsers costs no inference.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AI core of the plate path. Convolutions capture local strokes; MobileViT-v2 blocks unfold the feature map into patches and use separable self-attention for global layout.
Why it matters: separable attention is linear in patches, not quadratic, so it stays cheap per camera as the network grows. Be clear that it is pretrained and unvalidated on Indian plates.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cost is mostly distance from the predicted centre, then overlap, then area change. Class mismatch or a far jump rejects a pair outright.
Click 3: when two tracks compete almost equally, Sakshi does not guess; those tracks retire. No appearance model, so no cross-camera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block links to the last: observation, image derivatives, report snapshot, optional signature. Missing captures are recorded, never hidden.
Say the footer out loud. Integrity is not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 dashboard, running on the sample feeds. One processor samples every camera; the wall and the focus view read its cached output.
Walk the pins: shared sampling, focus view, track IDs with confidence labelled as confidence, and metadata that says “unconfirmed” until it is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Plate, camera, class and date queries through a fixed grammar. Unsupported questions are rejected, not guessed.
Note the wording in the answers: camera-local passages. The app speaks as carefully as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favourite screen. Where a typical dashboard would invent a congestion score, ours states what is not measured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tour: audited camera settings with calibration marked unverified, the per-camera evidence timeline, and local rule alerts with a durable escalation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recording play. Point out the sampled detection view updating and a query being answered.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are from the repository: 55 API routes, 47 test files with 442 tests. Versions are from the model card.
The AI is three small pretrained models; most of the engineering is what surrounds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profile of 18 October 2026, run on the sample footage we had. 349 sampled frames over a valid 298.011 s window with both branches on, zero failed attempts, balanced at 38 to 39 outputs per feed.
Click 3: overruns come from the full-resolution plate feeds. Overruns are late attempts, not dropped frames. These are execution measurements, not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of 14 October 2026 on 60 calibration frames from the sample feeds: 2 warm-ups, 10 measured runs, model forward pass only.
The INT8 export is about 41% faster than ONNX FP32 and the file shrinks from 12.82 to 3.60 MB. With no labels, 15-of-16 agreement is model-to-model, not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person reviewed 21 selected crops; only 4 were readable. On all 4 the OCR was wrong, and all 4 were stopped by the gates.
The honest takeaway: on these examples the system declined to name a plate rather than name a wrong one. No accuracy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what the prototype has shown. Right: what has to be earned before we say more. The two that matter most: a labelled accuracy evaluation, and synchronised clocks with verified locations before any identity or journey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bar A was measured. B applies the measured INT8 saving; C assumes cameras partition linearly over four workers; D assumes a 10× accelerated worker, illustrative only.
The point: throughput is a property of the deployment, not the design. Each worker owns its cameras, so capacity grows by adding workers.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recap of the gate logic before the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matters. Without an authorised, independent labelled set, no accuracy number means anything. Then measure, adapt OCR to regional plates, scale on real hardware, and only then attempt cross-camera journeys.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end state: a city camera network split into partitions, each with workers running the same pipeline; one networked evidence store; investigators asking bounded questions and getting journeys with evidence.
The prototype already has the pieces; the citywide version is about scale, labels and verified time, not a redesign.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show first; each click reveals two answers. Use this slide to pre-empt the viva: accuracy, training, FPS, cross-camera, chatbot, real plates.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 sentence. Then: thank the guide, invite questions, offer the live demo (uv run run.py, dashboard on port 5174).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Sakshi</dc:title>
  <dc:subject>PptxGenJS Presentation</dc:subject>
  <dc:creator>Sakshi team, IIIT Kottayam</dc:creator>
  <cp:lastModifiedBy>Sakshi team, IIIT Kottayam</cp:lastModifiedBy>
  <cp:revision>1</cp:revision>
  <dcterms:created xsi:type="dcterms:W3CDTF">2026-10-22T22:50:29Z</dcterms:created>
  <dcterms:modified xsi:type="dcterms:W3CDTF">2026-10-22T22:50:29Z</dcterms:modified>
</cp:coreProperties>
</file>